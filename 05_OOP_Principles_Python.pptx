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topic and set expectations.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what we'll cover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the key aspects of Four pillars of OOP: encapsulation, abstraction, inheritance, polymorphism.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options for OOP vs POP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Briefly describe each icon and its relevance to OOP Principles and Python Basics.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key points and call 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14884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1B2A4A"/>
                </a:solidFill>
                <a:latin typeface="Aptos"/>
              </a:rPr>
              <a:t>OOP Principles and Python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3794760"/>
            <a:ext cx="8991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5A5A6E"/>
                </a:solidFill>
                <a:latin typeface="Aptos"/>
              </a:rPr>
              <a:t>CVM University - B.Tech Sem 2 | Technical Deep Dive | 6 key topics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Aptos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1645920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19" y="1627632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Four pillars of OOP: encapsulation, abstraction, inheritance, polymorphism</a:t>
            </a:r>
          </a:p>
        </p:txBody>
      </p:sp>
      <p:sp>
        <p:nvSpPr>
          <p:cNvPr id="6" name="Oval 5"/>
          <p:cNvSpPr/>
          <p:nvPr/>
        </p:nvSpPr>
        <p:spPr>
          <a:xfrm>
            <a:off x="960120" y="2395728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2377440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OOP vs POP comparison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3145536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3127248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Benefits and applications of OOP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895344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3877056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Python variables and data types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4645152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4626864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Python lists, tuples, dictionaries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5394959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19" y="5376672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Python programs: prime check, max of three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46520"/>
            <a:ext cx="95399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A5A6E"/>
                </a:solidFill>
                <a:latin typeface="Aptos"/>
              </a:rPr>
              <a:t>August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8615" y="64465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6E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Aptos"/>
              </a:rPr>
              <a:t>Four pillars of OOP: encapsulation, abstraction, inheritance, polymorphism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182880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Four pillars of OOP: encapsulation, abstraction, inheritance, polymorphism</a:t>
            </a:r>
          </a:p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OOP vs POP comparison</a:t>
            </a:r>
          </a:p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Benefits and applications of 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95399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A5A6E"/>
                </a:solidFill>
                <a:latin typeface="Aptos"/>
              </a:rPr>
              <a:t>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4465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6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Aptos"/>
              </a:rPr>
              <a:t>OOP vs POP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3301898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Four pillars of OOP: encapsulation, abstraction, inheritanc…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3301898" cy="347472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[Supporting detail]</a:t>
            </a:r>
          </a:p>
        </p:txBody>
      </p:sp>
      <p:sp>
        <p:nvSpPr>
          <p:cNvPr id="6" name="Rectangle 5"/>
          <p:cNvSpPr/>
          <p:nvPr/>
        </p:nvSpPr>
        <p:spPr>
          <a:xfrm>
            <a:off x="4444898" y="1463040"/>
            <a:ext cx="3301898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OOP vs POP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4898" y="2011680"/>
            <a:ext cx="3301898" cy="347472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[Supporting detail]</a:t>
            </a:r>
          </a:p>
        </p:txBody>
      </p:sp>
      <p:sp>
        <p:nvSpPr>
          <p:cNvPr id="8" name="Rectangle 7"/>
          <p:cNvSpPr/>
          <p:nvPr/>
        </p:nvSpPr>
        <p:spPr>
          <a:xfrm>
            <a:off x="8203996" y="1463040"/>
            <a:ext cx="3301898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Benefits and applications of 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03996" y="2011680"/>
            <a:ext cx="3301898" cy="347472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[Supporting detail]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95399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A5A6E"/>
                </a:solidFill>
                <a:latin typeface="Aptos"/>
              </a:rPr>
              <a:t>August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8615" y="64465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6E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Aptos"/>
              </a:rPr>
              <a:t>Benefits and applications of 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2464993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/>
              <a:t>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50008"/>
            <a:ext cx="2464993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2E"/>
                </a:solidFill>
                <a:latin typeface="Aptos"/>
              </a:rPr>
              <a:t>Four pillars of OOP: encapsulation, abstraction, inheritance, polymorphism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04363"/>
            <a:ext cx="2464993" cy="776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>
                <a:solidFill>
                  <a:srgbClr val="5A5A6E"/>
                </a:solidFill>
                <a:latin typeface="Aptos"/>
              </a:rPr>
              <a:t>Key aspect of OOP Principles and Python Basics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0833" y="1463040"/>
            <a:ext cx="2464993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/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0833" y="2350008"/>
            <a:ext cx="2464993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2E"/>
                </a:solidFill>
                <a:latin typeface="Aptos"/>
              </a:rPr>
              <a:t>OOP vs POP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0833" y="2904363"/>
            <a:ext cx="2464993" cy="776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>
                <a:solidFill>
                  <a:srgbClr val="5A5A6E"/>
                </a:solidFill>
                <a:latin typeface="Aptos"/>
              </a:rPr>
              <a:t>Key aspect of OOP Principles and Python Basics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5867" y="1463040"/>
            <a:ext cx="2464993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/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5867" y="2350008"/>
            <a:ext cx="2464993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2E"/>
                </a:solidFill>
                <a:latin typeface="Aptos"/>
              </a:rPr>
              <a:t>Benefits and applications of 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5867" y="2904363"/>
            <a:ext cx="2464993" cy="776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>
                <a:solidFill>
                  <a:srgbClr val="5A5A6E"/>
                </a:solidFill>
                <a:latin typeface="Aptos"/>
              </a:rPr>
              <a:t>Key aspect of OOP Principles and Python Basics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0901" y="1463040"/>
            <a:ext cx="2464993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/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0901" y="2350008"/>
            <a:ext cx="2464993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2E"/>
                </a:solidFill>
                <a:latin typeface="Aptos"/>
              </a:rPr>
              <a:t>Python variables and data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0901" y="2904363"/>
            <a:ext cx="2464993" cy="776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>
                <a:solidFill>
                  <a:srgbClr val="5A5A6E"/>
                </a:solidFill>
                <a:latin typeface="Aptos"/>
              </a:rPr>
              <a:t>Key aspect of OOP Principles and Python Basics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54780"/>
            <a:ext cx="2464993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/>
              <a:t>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841748"/>
            <a:ext cx="2464993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2E"/>
                </a:solidFill>
                <a:latin typeface="Aptos"/>
              </a:rPr>
              <a:t>Python lists, tuples, dictionaries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396103"/>
            <a:ext cx="2464993" cy="776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>
                <a:solidFill>
                  <a:srgbClr val="5A5A6E"/>
                </a:solidFill>
                <a:latin typeface="Aptos"/>
              </a:rPr>
              <a:t>Key aspect of OOP Principles and Python Basics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0833" y="3954780"/>
            <a:ext cx="2464993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/>
              <a:t>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0833" y="4841748"/>
            <a:ext cx="2464993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2E"/>
                </a:solidFill>
                <a:latin typeface="Aptos"/>
              </a:rPr>
              <a:t>Python programs: prime check, max of three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0833" y="5396103"/>
            <a:ext cx="2464993" cy="776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>
                <a:solidFill>
                  <a:srgbClr val="5A5A6E"/>
                </a:solidFill>
                <a:latin typeface="Aptos"/>
              </a:rPr>
              <a:t>Key aspect of OOP Principles and Python Basics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46520"/>
            <a:ext cx="95399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A5A6E"/>
                </a:solidFill>
                <a:latin typeface="Aptos"/>
              </a:rPr>
              <a:t>August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8615" y="64465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6E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81447" y="1325880"/>
            <a:ext cx="1828800" cy="45720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3847" y="1600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B2A4A"/>
                </a:solidFill>
                <a:latin typeface="Aptos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8247" y="2697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>
                <a:solidFill>
                  <a:srgbClr val="5A5A6E"/>
                </a:solidFill>
                <a:latin typeface="Aptos"/>
              </a:rPr>
              <a:t>Thank you — CVM University - B.Tech Sem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 Principles and Python Basics</dc:title>
  <dc:subject>OOP Principles and Python Basics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