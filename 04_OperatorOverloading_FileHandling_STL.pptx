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topic and set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what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Operator overloading syntax and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the key aspects of Overloading +, ==, &lt;&lt;, &gt;&gt;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Operator Overloading, File Handling, and STL in C++ organizational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key points and call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14884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>
                <a:solidFill>
                  <a:srgbClr val="1B2A4A"/>
                </a:solidFill>
                <a:latin typeface="Aptos"/>
              </a:rPr>
              <a:t>Operator Overloading, File Handling, and STL in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3794760"/>
            <a:ext cx="8991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>
                <a:solidFill>
                  <a:srgbClr val="5A5A6E"/>
                </a:solidFill>
                <a:latin typeface="Aptos"/>
              </a:rPr>
              <a:t>CVM University - B.Tech Sem 2 | Technical Deep Dive | 6 key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19" y="162763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Operator overloading syntax and rules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395728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377440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Overloading +, ==, &lt;&lt;, &gt;&gt; operators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45536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127248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C++ stream classes hierarchy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895344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3877056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File operations: ifstream, ofstream, fstream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45152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4626864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STL containers: vector, map, set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5394959"/>
            <a:ext cx="365760" cy="365760"/>
          </a:xfrm>
          <a:prstGeom prst="ellipse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19" y="5376672"/>
            <a:ext cx="98599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Aptos"/>
              </a:rPr>
              <a:t>Iterators and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Operator overloading syntax and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Operator overloading syntax and rules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Overloading +, ==, &lt;&lt;, &gt;&gt; operators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C++ stream classes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Overloading +, ==, &lt;&lt;, &gt;&gt;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10820095" cy="1828800"/>
          </a:xfrm>
          <a:prstGeom prst="rect">
            <a:avLst/>
          </a:prstGeom>
          <a:noFill/>
        </p:spPr>
        <p:txBody>
          <a:bodyPr wrap="square" lIns="182880" rIns="182880" tIns="182880" bIns="18288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File operations: ifstream, ofstream, fstream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STL containers: vector, map, set</a:t>
            </a:r>
          </a:p>
          <a:p>
            <a:pPr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>
                <a:solidFill>
                  <a:srgbClr val="1A1A2E"/>
                </a:solidFill>
                <a:latin typeface="Aptos"/>
              </a:rPr>
              <a:t>Iterators and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B2A4A"/>
                </a:solidFill>
                <a:latin typeface="Aptos"/>
              </a:rPr>
              <a:t>C++ stream classes hierarchy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1371600" cy="36576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81447" y="164592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Operator Overloading, File Handling, and STL in C++ Lead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Program Lead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600200" y="2423160"/>
            <a:ext cx="4495647" cy="320040"/>
          </a:xfrm>
          <a:prstGeom prst="line">
            <a:avLst/>
          </a:prstGeom>
          <a:ln w="12700">
            <a:solidFill>
              <a:srgbClr val="5A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847" y="2423160"/>
            <a:ext cx="0" cy="320040"/>
          </a:xfrm>
          <a:prstGeom prst="line">
            <a:avLst/>
          </a:prstGeom>
          <a:ln w="12700">
            <a:solidFill>
              <a:srgbClr val="5A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95847" y="2423160"/>
            <a:ext cx="4495648" cy="320040"/>
          </a:xfrm>
          <a:prstGeom prst="line">
            <a:avLst/>
          </a:prstGeom>
          <a:ln w="12700">
            <a:solidFill>
              <a:srgbClr val="5A5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7432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Engineering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Technical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447" y="27432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Operations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77095" y="27432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Business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Aptos"/>
              </a:rPr>
              <a:t>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46520"/>
            <a:ext cx="953993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A5A6E"/>
                </a:solidFill>
                <a:latin typeface="Aptos"/>
              </a:rPr>
              <a:t>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4465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A5A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1447" y="1325880"/>
            <a:ext cx="1828800" cy="45720"/>
          </a:xfrm>
          <a:prstGeom prst="rect">
            <a:avLst/>
          </a:prstGeom>
          <a:solidFill>
            <a:srgbClr val="B163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3847" y="1600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B2A4A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247" y="2697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>
                <a:solidFill>
                  <a:srgbClr val="5A5A6E"/>
                </a:solidFill>
                <a:latin typeface="Aptos"/>
              </a:rPr>
              <a:t>Thank you — CVM University - B.Tech Sem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Overloading, File Handling, and STL in C++</dc:title>
  <dc:subject>Operator Overloading, File Handling, and STL in C++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