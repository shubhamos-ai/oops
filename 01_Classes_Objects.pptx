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topic and set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what we'll cover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Class definition and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Access specifiers: public, private,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OOP Fundamentals - Classes, Objects, Constructors — Continued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Object creation and this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4884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1B2A4A"/>
                </a:solidFill>
                <a:latin typeface="Aptos"/>
              </a:rPr>
              <a:t>OOP Fundamentals - Classes, Objects, Constructors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794760"/>
            <a:ext cx="8991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5A5A6E"/>
                </a:solidFill>
                <a:latin typeface="Aptos"/>
              </a:rPr>
              <a:t>CVM University - B.Tech Sem 2 | Technical Deep Dive | 6 key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645920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627632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Class definition and syntax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395728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377440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Access specifiers: public, private, protected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145536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3127248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Object creation and this pointer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895344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3877056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Types of constructors: default, parameterized, copy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645152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4626864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Destructor and its role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5394959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5376672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Static data members and 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Class definition and syntax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18288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Class definition and syntax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Access specifiers: public, private, protected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Object creation and this pointer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Access specifiers: public, private, protected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18288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Types of constructors: default, parameterized, copy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Destructor and its role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Static data members and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926080"/>
            <a:ext cx="1828800" cy="54864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OOP Fundamentals - Classes, Objects, Constructors —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Object creation and this pointer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18288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Class definition and syntax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Access specifiers: public, private, protected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Object creation and this pointer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1447" y="1325880"/>
            <a:ext cx="1828800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3847" y="1600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2A4A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Fundamentals - Classes, Objects, Constructors</dc:title>
  <dc:subject>OOP Fundamentals - Classes, Objects, Constructors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