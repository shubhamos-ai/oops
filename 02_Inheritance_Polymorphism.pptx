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and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Types of inheritance: single, multiple, multilevel, hierarchical.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Virtual base class and diamond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Inheritance and Polymorphism in C++ — Continued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Function overloading and operator overloading.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B2A4A"/>
                </a:solidFill>
                <a:latin typeface="Aptos"/>
              </a:rPr>
              <a:t>Inheritance and Polymorphism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79476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5A5A6E"/>
                </a:solidFill>
                <a:latin typeface="Aptos"/>
              </a:rPr>
              <a:t>CVM University - B.Tech Sem 2 | Technical Deep Dive | 6 key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2763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Types of inheritance: single, multiple, multilevel, hierarchical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377440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Virtual base class and diamond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45536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127248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Function overloading and operator overloading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5344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77056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Virtual functions and runtime polymorphism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45152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626864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Compile-time vs run-time polymorphism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5394959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537667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Practical examples: Shape, Person-Employee-Manager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Types of inheritance: single, multiple, multilevel, hierarchical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Types of inheritance: single, multiple, multilevel, hierarchical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Virtual base class and diamond problem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Function overloading and operator overloading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Virtual base class and diamond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Virtual functions and runtime polymorphism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Compile-time vs run-time polymorphism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Practical examples: Shape, Person-Employee-Manager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926080"/>
            <a:ext cx="1828800" cy="54864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Inheritance and Polymorphism in C++ —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Function overloading and operator overloading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Types of inheritance: single, multiple, multilevel, hierarchical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Virtual base class and diamond problem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Function overloading and operator overloading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and Polymorphism in C++</dc:title>
  <dc:subject>Inheritance and Polymorphism in C++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