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Function overloading and inline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Default arguments and pass by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Functions, Templates, and Exception Handling in C++ — 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Function and class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Functions, Templates, and Exception Handling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CVM University - B.Tech Sem 2 | Technical Deep Dive | 6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Function overloading and inline functions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Default arguments and pass by reference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Function and class templates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Generic programming with templates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Exception handling: try, catch, throw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394959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537667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Common exception types and best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Function overloading and inline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overloading and inline functions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Default arguments and pass by reference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and class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Default arguments and pass by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Generic programming with templates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Exception handling: try, catch, throw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Common exception types and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926080"/>
            <a:ext cx="1828800" cy="54864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Functions, Templates, and Exception Handling in C++ —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Function and class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overloading and inline functions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Default arguments and pass by reference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Function and class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Templates, and Exception Handling in C++</dc:title>
  <dc:subject>Functions, Templates, and Exception Handling in C++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